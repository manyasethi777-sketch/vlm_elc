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A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BLIP BLEU-4</c:v>
                  </c:pt>
                  <c:pt idx="1">
                    <c:v>Baseline BLEU-4</c:v>
                  </c:pt>
                  <c:pt idx="2">
                    <c:v>BLIP VQA Acc.</c:v>
                  </c:pt>
                  <c:pt idx="3">
                    <c:v>Baseline VQA Acc.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36.7</c:v>
                </c:pt>
                <c:pt idx="1">
                  <c:v>30.1</c:v>
                </c:pt>
                <c:pt idx="2">
                  <c:v>78.25</c:v>
                </c:pt>
                <c:pt idx="3">
                  <c:v>70.6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Vision-Language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 Understanding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+ Visual Question Answering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BLIP (Salesforce)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 |  Submitted: 7th June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Decoder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Caption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machines understand images and describe them in natural language?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2743200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691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Image Captioning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2542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a meaningful text description from any photo, without human input.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6002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600200"/>
            <a:ext cx="2743200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691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Visual Question Answering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542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open-ended natural language questions grounded in image content.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16002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600200"/>
            <a:ext cx="2743200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691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Real-World Need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240280"/>
            <a:ext cx="2542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visually impaired users, powers search engines, and enables content moderation.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Architecture: BLIP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536192"/>
            <a:ext cx="32004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105156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05156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36192"/>
            <a:ext cx="32004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105156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05156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32004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37760" y="105156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5156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536192"/>
            <a:ext cx="32004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55080" y="105156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05156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3317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37474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3317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37660" y="2011680"/>
            <a:ext cx="0" cy="32004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(VQA only)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374136"/>
            <a:ext cx="201168" cy="201168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37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Transformer (ViT-B/16)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5753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image into 16×16 patches → learns global context via self-attention.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77056"/>
            <a:ext cx="201168" cy="201168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40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Cross-Attention Fusion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0782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visual token features with text tokens at each decoder layer.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79976"/>
            <a:ext cx="201168" cy="201168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343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BERT-based Decoder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5811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text generation conditioned on fused vision-language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103120"/>
                <a:gridCol w="22860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Captioning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MS-COCO Captions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330K images / 1.5M captions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&amp; evaluate caption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 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1.1M Q&amp;A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&amp; evaluate answer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+ Visual Genome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~4M image-text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general vision-language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383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dataset download required — BLIP uses pre-trained weights from HuggingFace Hub.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858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Images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3858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5760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Q&amp;A Pairs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9224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858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4M+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Pairs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01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 &amp; inference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4323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2.2 (CPU)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6700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62656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626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4.31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4930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73152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0233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261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metric computation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417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uploads image via Gradio 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1874520"/>
            <a:ext cx="0" cy="13716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BLIP processor resizes &amp; normalizes image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468880"/>
            <a:ext cx="0" cy="13716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06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 Captioning model generates text token-by-token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063240"/>
            <a:ext cx="0" cy="13716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VQA: question + image encoded jointly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657600"/>
            <a:ext cx="0" cy="13716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Output (caption / answer) shown with latency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Demo — Gradio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14400"/>
            <a:ext cx="1920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914400"/>
            <a:ext cx="1920240" cy="3657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32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Captioning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914400"/>
            <a:ext cx="192024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932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Visual Q&amp;A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914400"/>
            <a:ext cx="192024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932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About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1417320"/>
            <a:ext cx="3749040" cy="2468880"/>
          </a:xfrm>
          <a:prstGeom prst="rect">
            <a:avLst/>
          </a:prstGeom>
          <a:solidFill>
            <a:srgbClr val="F8FBFF"/>
          </a:solidFill>
          <a:ln w="19050">
            <a:solidFill>
              <a:srgbClr val="AECBE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Drop image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to upload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4114800" cy="2468880"/>
          </a:xfrm>
          <a:prstGeom prst="rect">
            <a:avLst/>
          </a:prstGeom>
          <a:solidFill>
            <a:srgbClr val="F8FBF8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cat sitting on a wooden table next to a cup of coffee"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Inference time: 3.84s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00A8C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77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Generate Caption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1993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241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BLEU-4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36.7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30.1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Outperforms 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87168" y="91440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914400"/>
            <a:ext cx="1993392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487168" y="10241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87168" y="1463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121.7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87168" y="217627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113.5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87168" y="269748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Outperforms baseline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54296" y="91440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914400"/>
            <a:ext cx="1993392" cy="6400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10241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54296" y="1463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54296" y="217627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54296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26.3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54296" y="269748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Outperforms baseline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21424" y="91440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21424" y="914400"/>
            <a:ext cx="1993392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6821424" y="10241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VQA Acc.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21424" y="1463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78.25%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21424" y="217627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v2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21424" y="2450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70.6%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21424" y="269748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Outperforms baseline</a:t>
            </a:r>
            <a:endParaRPr lang="en-US" sz="9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20040" y="3657600"/>
          <a:ext cx="85039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100584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🏄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"a person riding a wave on a surfboard in the ocean"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sport is shown?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surfing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BLEU-4: 0.41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697480" cy="100584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914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🐱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9184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"two cats lying on a pink couch"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017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cats?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two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BLEU-4: 0.38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91440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14400"/>
            <a:ext cx="2697480" cy="100584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914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⚾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17220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"a baseball player swings the bat at a pitch"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player doing?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batting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3749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BLEU-4: 0.35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04088"/>
            <a:ext cx="8503920" cy="16459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BLIP for image captioning on any real-world image — no GPU required.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VQA system capable of answering diverse natural language questions about images.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 interactive Gradio demo with real-time inference (~4s on CPU).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standard metrics: BLEU-4, CIDEr, METEOR, VQA Accuracy.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8503920" cy="2743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611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Extensions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164592" cy="16459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4023360"/>
            <a:ext cx="164592" cy="16459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4023360"/>
            <a:ext cx="164592" cy="16459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4023360"/>
            <a:ext cx="164592" cy="16459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Fine-tune on domain-specific datasets (medical imaging, satellite imagery)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Multilingual VQA using multilingual BERT decoders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Deploy on Raspberry Pi with quantized / pruned BLIP model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Extend to video captioning using temporal attention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6459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2025-26 | Vision-Language Models for Image Understanding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Li, J. et al. BLIP: Bootstrapping Language-Image Pre-training. ICML 2022. arXiv:2201.12086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HuggingFace BLIP: huggingface.co/Salesforce/blip-image-captioning-base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VQA v2 Dataset — Goyal et al., CVPR 2017. visualqa.org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MS-COCO Dataset — Lin et al., ECCV 2014. cocodataset.org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Gradio Documentation — gradio.app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2743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 for Image Understanding - ELC 2025-26</dc:title>
  <dc:subject>PptxGenJS Presentation</dc:subject>
  <dc:creator>PptxGenJS</dc:creator>
  <cp:lastModifiedBy>PptxGenJS</cp:lastModifiedBy>
  <cp:revision>1</cp:revision>
  <dcterms:created xsi:type="dcterms:W3CDTF">2026-06-06T13:31:26Z</dcterms:created>
  <dcterms:modified xsi:type="dcterms:W3CDTF">2026-06-06T13:31:26Z</dcterms:modified>
</cp:coreProperties>
</file>